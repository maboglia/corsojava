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  <a:latin typeface="Arial"/>
              </a:defRPr>
            </a:pPr>
            <a:r>
              <a:t>Memento Pattern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2D2D2D"/>
                </a:solidFill>
                <a:latin typeface="Arial"/>
              </a:defRPr>
            </a:pPr>
            <a:r>
              <a:t>Salvare e ripristinare lo stato di un oggetto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</a:defRPr>
            </a:pPr>
            <a:r>
              <a:t>Partiamo dall'esempio TextDocument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TextDocument mantiene lo stato corrente nel campo text.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write() modifica lo stato aggiungendo nuovo testo.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print() visualizza lo stato corrente.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codice iniziale non esiste un modo per tornare allo stato precedente.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Prima del Memento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66344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public class TextDocument {</a:t>
            </a:r>
            <a:br/>
            <a:br/>
            <a:r>
              <a:t>  private String text = "";</a:t>
            </a:r>
            <a:br/>
            <a:br/>
            <a:r>
              <a:t>  public void write(String text) {</a:t>
            </a:r>
            <a:br/>
            <a:r>
              <a:t>    this.text += text;</a:t>
            </a:r>
            <a:br/>
            <a:r>
              <a:t>  }</a:t>
            </a:r>
            <a:br/>
            <a:br/>
            <a:r>
              <a:t>  public void print() {</a:t>
            </a:r>
            <a:br/>
            <a:r>
              <a:t>    System.out.println(text);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client prima della soluzione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public static void main(String[] args) {</a:t>
            </a:r>
            <a:br/>
            <a:r>
              <a:t>  textDocument.write("hello");</a:t>
            </a:r>
            <a:br/>
            <a:r>
              <a:t>  textDocument.print();</a:t>
            </a:r>
            <a:br/>
            <a:br/>
            <a:r>
              <a:t>  textDocument.write(" world");</a:t>
            </a:r>
            <a:br/>
            <a:r>
              <a:t>  textDocument.print();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57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Dopo write(" world") lo stato è "hello world".</a:t>
            </a:r>
          </a:p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Per implementare undo dobbiamo conservare una copia dello stato precedente.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L'idea del Memento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Memento è un oggetto che conserva una fotografia dello stato.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TextDocument salva il proprio stato nel Memento.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Quando serve annullare l'ultima modifica, TextDocument recupera lo stato dal Memento.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pattern separa lo stato salvato dall'oggetto che continua a lavorare sullo stato corrente.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Memento del progetto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ourier New"/>
              </a:defRPr>
            </a:pPr>
            <a:r>
              <a:t>public class Memento {</a:t>
            </a:r>
            <a:br/>
            <a:br/>
            <a:r>
              <a:t>  private String state;</a:t>
            </a:r>
            <a:br/>
            <a:br/>
            <a:r>
              <a:t>  public Memento(String state) {</a:t>
            </a:r>
            <a:br/>
            <a:r>
              <a:t>    this.state = state;</a:t>
            </a:r>
            <a:br/>
            <a:r>
              <a:t>  }</a:t>
            </a:r>
            <a:br/>
            <a:br/>
            <a:r>
              <a:t>  public String getState() {</a:t>
            </a:r>
            <a:br/>
            <a:r>
              <a:t>    return state;</a:t>
            </a:r>
            <a:br/>
            <a:r>
              <a:t>  }</a:t>
            </a:r>
            <a:br/>
            <a:br/>
            <a:r>
              <a:t>  public void setState(String state) {</a:t>
            </a:r>
            <a:br/>
            <a:r>
              <a:t>    this.state = state;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TextDocument con salvataggio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8006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  <a:latin typeface="Courier New"/>
              </a:defRPr>
            </a:pPr>
            <a:r>
              <a:t>public class TextDocument {</a:t>
            </a:r>
            <a:br/>
            <a:br/>
            <a:r>
              <a:t>  private String text = "";</a:t>
            </a:r>
            <a:br/>
            <a:r>
              <a:t>  private Memento memento = new Memento(text);</a:t>
            </a:r>
            <a:br/>
            <a:br/>
            <a:r>
              <a:t>  public void write(String text) {</a:t>
            </a:r>
            <a:br/>
            <a:r>
              <a:t>    this.text += text;</a:t>
            </a:r>
            <a:br/>
            <a:r>
              <a:t>  }</a:t>
            </a:r>
            <a:br/>
            <a:br/>
            <a:r>
              <a:t>  public void print() {</a:t>
            </a:r>
            <a:br/>
            <a:r>
              <a:t>    System.out.println(text);</a:t>
            </a:r>
            <a:br/>
            <a:r>
              <a:t>  }</a:t>
            </a:r>
            <a:br/>
            <a:br/>
            <a:r>
              <a:t>  public void save() {</a:t>
            </a:r>
            <a:br/>
            <a:r>
              <a:t>    memento.setState(text);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metodo undo()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18288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0000"/>
                </a:solidFill>
                <a:latin typeface="Courier New"/>
              </a:defRPr>
            </a:pPr>
            <a:r>
              <a:t>public void undo() {</a:t>
            </a:r>
            <a:br/>
            <a:r>
              <a:t>  text = memento.getState();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undo() sostituisce lo stato corrente con quello conservato nel Memento.</a:t>
            </a:r>
          </a:p>
          <a:p>
            <a:pPr>
              <a:spcAft>
                <a:spcPts val="11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Il client non deve conoscere come viene rappresentato lo stato salvato.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client dopo il Memento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textDocument.write("hello");</a:t>
            </a:r>
            <a:br/>
            <a:r>
              <a:t>textDocument.save();</a:t>
            </a:r>
            <a:br/>
            <a:r>
              <a:t>textDocument.print();</a:t>
            </a:r>
            <a:br/>
            <a:br/>
            <a:r>
              <a:t>textDocument.write(" world");</a:t>
            </a:r>
            <a:br/>
            <a:r>
              <a:t>textDocument.print();</a:t>
            </a:r>
            <a:br/>
            <a:br/>
            <a:r>
              <a:t>textDocument.undo();</a:t>
            </a:r>
            <a:br/>
            <a:r>
              <a:t>textDocument.print();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Flusso: hello → save → hello world → undo → hello.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ruolo delle classi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Originator → TextDocument: possiede lo stato e sa salvarlo/ripristinarlo.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Memento → Memento: contiene lo stato salvato.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Client → DocumentViewer: decide quando eseguire save() e undo().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progetto l'esempio è volutamente semplice: un solo Memento conserva un solo stato precedente.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Il flusso del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57200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DocumentViewer</a:t>
            </a:r>
            <a:br/>
            <a:r>
              <a:t>      |</a:t>
            </a:r>
            <a:br/>
            <a:r>
              <a:t>      | save()</a:t>
            </a:r>
            <a:br/>
            <a:r>
              <a:t>      v</a:t>
            </a:r>
            <a:br/>
            <a:r>
              <a:t>TextDocument ---------&gt; Memento</a:t>
            </a:r>
            <a:br/>
            <a:r>
              <a:t>   |                       |</a:t>
            </a:r>
            <a:br/>
            <a:r>
              <a:t>   | stato corrente        | stato salvato</a:t>
            </a:r>
            <a:br/>
            <a:r>
              <a:t>   |                       |</a:t>
            </a:r>
            <a:br/>
            <a:r>
              <a:t>   &lt;------- undo() --------+</a:t>
            </a:r>
            <a:br/>
            <a:br/>
            <a:r>
              <a:t>DocumentViewer coordina le operazioni;</a:t>
            </a:r>
            <a:br/>
            <a:r>
              <a:t>TextDocument gestisce il proprio stato.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Perché non salvare direttamente una variabile?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Una soluzione ad hoc può diventare difficile da gestire quando lo stato cresce.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Memento introduce un contenitore esplicito dello stato salvato.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client lavora con le operazioni save() e undo(), senza manipolare direttamente text.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Il vantaggio diventa più evidente quando lo stato dell'Originator contiene più informazioni.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Memento: stato complesso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31089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class TextDocument {</a:t>
            </a:r>
            <a:br/>
            <a:r>
              <a:t>  private String text;</a:t>
            </a:r>
            <a:br/>
            <a:r>
              <a:t>  private int cursor;</a:t>
            </a:r>
            <a:br/>
            <a:r>
              <a:t>  private String title;</a:t>
            </a:r>
            <a:br/>
            <a:br/>
            <a:r>
              <a:t>  // Il Memento può conservare</a:t>
            </a:r>
            <a:br/>
            <a:r>
              <a:t>  // l'intero stato necessario al ripristino.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Nel progetto fornito lo stato è una sola String; il concetto si estende naturalmente a più attributi.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Secondo esempio: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progetto di esercitazione l'Originator è Adder.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Adder mantiene lo stato nel campo result.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add() modifica il risultato.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save() salva result nel Memento.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undo() ripristina result dal Memento.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Adder: soluzione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93776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ourier New"/>
              </a:defRPr>
            </a:pPr>
            <a:r>
              <a:t>public class Adder {</a:t>
            </a:r>
            <a:br/>
            <a:br/>
            <a:r>
              <a:t>  private int result;</a:t>
            </a:r>
            <a:br/>
            <a:r>
              <a:t>  private Memento memento = new Memento(result);</a:t>
            </a:r>
            <a:br/>
            <a:br/>
            <a:r>
              <a:t>  public void add(int newNumber) {</a:t>
            </a:r>
            <a:br/>
            <a:r>
              <a:t>    result += newNumber;</a:t>
            </a:r>
            <a:br/>
            <a:r>
              <a:t>  }</a:t>
            </a:r>
            <a:br/>
            <a:br/>
            <a:r>
              <a:t>  public int getResult() {</a:t>
            </a:r>
            <a:br/>
            <a:r>
              <a:t>    return result;</a:t>
            </a:r>
            <a:br/>
            <a:r>
              <a:t>  }</a:t>
            </a:r>
            <a:br/>
            <a:br/>
            <a:r>
              <a:t>  public void save() {</a:t>
            </a:r>
            <a:br/>
            <a:r>
              <a:t>    memento.setState(result);</a:t>
            </a:r>
            <a:br/>
            <a:r>
              <a:t>  }</a:t>
            </a:r>
            <a:br/>
            <a:br/>
            <a:r>
              <a:t>  public void undo() {</a:t>
            </a:r>
            <a:br/>
            <a:r>
              <a:t>    result = memento.getState();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Calculator: uso del Memento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8356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39"/>
            <a:ext cx="104698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  <a:latin typeface="Courier New"/>
              </a:defRPr>
            </a:pPr>
            <a:r>
              <a:t>Adder adder = new Adder();</a:t>
            </a:r>
            <a:br/>
            <a:br/>
            <a:r>
              <a:t>adder.add(10);</a:t>
            </a:r>
            <a:br/>
            <a:r>
              <a:t>System.out.println(adder.getResult());</a:t>
            </a:r>
            <a:br/>
            <a:br/>
            <a:r>
              <a:t>adder.save();</a:t>
            </a:r>
            <a:br/>
            <a:br/>
            <a:r>
              <a:t>adder.add(20);</a:t>
            </a:r>
            <a:br/>
            <a:r>
              <a:t>System.out.println(adder.getResult());</a:t>
            </a:r>
            <a:br/>
            <a:br/>
            <a:r>
              <a:t>adder.undo();</a:t>
            </a:r>
            <a:br/>
            <a:r>
              <a:t>System.out.println(adder.getResult());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Cosa stampa?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Prima stampa → 10</a:t>
            </a:r>
          </a:p>
          <a:p>
            <a:pPr>
              <a:spcAft>
                <a:spcPts val="11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Dopo add(20) → 30</a:t>
            </a:r>
          </a:p>
          <a:p>
            <a:pPr>
              <a:spcAft>
                <a:spcPts val="11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Dopo undo() → 10</a:t>
            </a:r>
          </a:p>
          <a:p>
            <a:pPr>
              <a:spcAft>
                <a:spcPts val="11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Il Memento conserva lo stato al momento della save().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Una sola storia di 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codice fornito esiste un solo campo memento.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Una nuova save() sostituisce lo stato precedentemente salvato.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Di conseguenza è possibile tornare a un solo checkpoint.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Per più livelli di undo servirebbe una collezione di Memento, ad esempio uno stack.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Quando usare il Memento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Undo/rollback di operazioni.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Checkpoint di uno stato.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Editor di testo, configurazioni, giochi o applicazioni con stato modificabile.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Quando vogliamo ripristinare lo stato senza esporre direttamente tutti i dettagli interni dell'oggetto.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Memento vs semplice copia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Una copia manuale può funzionare per casi molto piccoli.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Memento rende esplicito il concetto di 'stato salvato'.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L'Originator rimane responsabile di creare/leggere lo stato necessario al ripristino.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Attenzione: per oggetti complessi può essere necessario copiare correttamente anche strutture mutabili.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Esercitazione guidata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Parti da Adder senza save() e undo().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Introduci la classe Memento con un campo state di tipo int.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Aggiungi save() e undo() ad Adder.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Calculator prova: 10 → save → +20 → undo.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Estendi poi l'esempio per conservare più Memento e implementare undo multipli.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Memento: in sintesi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Problema → abbiamo bisogno di salvare e ripristinare uno stato.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Memento → conserva una fotografia dello stato.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Originator → TextDocument / Adder.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Memento → contiene lo stato salvato.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Client → decide quando salvare e quando ripristinare.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Nel progetto → save() crea/aggiorna il checkpoint; undo() lo ripristina.</a:t>
            </a:r>
          </a:p>
          <a:p>
            <a:pPr>
              <a:spcAft>
                <a:spcPts val="11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Estensione naturale → più Memento per una cronologia di undo.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