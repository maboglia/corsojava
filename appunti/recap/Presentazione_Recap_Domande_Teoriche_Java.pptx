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Java – Recap teorico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2D2D2D"/>
                </a:solidFill>
                <a:latin typeface="Arial"/>
              </a:defRPr>
            </a:pPr>
            <a:r>
              <a:t>30 domande per il ripasso pre-esame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JAVA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1. Tipo primitivo vs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Primitivi: non sono oggetti. Wrapper: classi, utilizzabili nelle collezioni.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2. == vs equals()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== confronta i riferimenti; equals() confronta il contenuto se correttamente implementato.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3. Overloading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Più metodi con stesso nome ma parametri diversi.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JAVA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4. Perché String è immutabile?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Per sicurezza e prestazioni; una modifica crea una nuova stringa.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5. StringBuilder vs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StringBuilder è mutabile ed efficiente nelle concatenazioni ripetute.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6.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Zona del codice in cui una variabile è visibile.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7. Incapsulamento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Nascondere i dati con private e controllare l'accesso tramite getter/setter.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8. Classe astratta vs interfaccia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Classe astratta: può avere stato e metodi concreti. Interfaccia: contratto con metodi astratti, default e static.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9. Polimorfismo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Un riferimento padre può puntare a un oggetto figlio e invocare l'override corretto.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10. Override vs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Override: ridefinizione nella sottoclasse. Overload: stesso nome, parametri diversi.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11. super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Richiama costruttore o metodi della classe padre.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12.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Il membro appartiene alla classe, non alla singola istanza.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13.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Variabile: non modificabile. Metodo: non sovrascrivibile. Classe: non estendibile.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14. Costruttore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Metodo speciale che inizializza l'oggetto, chiamato con new.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COLLECTIONS + GENERICS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15. List vs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List ammette duplicati e mantiene ordine; Set non ammette duplicati.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16. ArrayList vs LinkedList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ArrayList: accesso veloce per indice. LinkedList: utile per inserimenti/cancellazioni frequenti.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COLLECTIONS + GENERICS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17. HashSet vs TreeSet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HashSet non ordinato; TreeSet ordinato, con Comparable/Comparator.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18. HashMap vs TreeMap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HashMap: accesso veloce, non ordinato. TreeMap: ordinato per chiave.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19. Generic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Tipo parametrico, per esempio List&lt;String&gt;; evita cast e aumenta la sicurezza.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COLLECTIONS + GENERICS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20. Comparable vs Comparator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Comparable definisce l'ordinamento naturale con compareTo; Comparator un ordinamento esterno con compare.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ECCEZIONI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21. Checked vs unchecked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Checked: obbligo di gestione, es. IOException. Unchecked: RuntimeException, es. NullPointerException.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22. try-catch-finally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Gestisce errori e permette di garantire l'esecuzione del codice finale, ad esempio la chiusura di risorse.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23. throw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Lancia manualmente un'eccezione.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24. File di testo vs binario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Testo: leggibile, es. CSV/TXT. Binario: non leggibile direttamente, es. immagini o oggetti serializzati.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25. BufferedReader vs FileReader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FileReader legge caratteri; BufferedReader migliora l'efficienza e permette readLine().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DATABASE + JDBC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26. JDBC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API Java per collegarsi ai database ed eseguire query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27. Statement vs PreparedStatement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PreparedStatement è più sicuro contro SQL injection ed efficiente per query ripetute.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28. SQL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8231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Attacco in cui input malevolo modifica il significato della query 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SPRING BOOT + REST + JPA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Domanda → risposta sintetica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29.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Spring crea e gestisce i bean e li inietta dove servono, evitando di usare direttamente new.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0000"/>
                </a:solidFill>
                <a:latin typeface="Arial"/>
              </a:defRPr>
            </a:pPr>
            <a:r>
              <a:t>30.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73551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Servizio web basato su HTTP che espone risorse tramite GET/POST/PUT/DELETE e risposte JSON.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Le 10 domande da saper spiegare bene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Focus pre-esame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1. == e equals()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2. Override e overload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3. Classe astratta e interfaccia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4. Polimorfismo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5. List / Set / Map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6. Comparable / Comparator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7. Checked / unchecked + try/catch/finally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8. throw e throws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9. JDBC e PreparedStatement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10. Dependency Injection e REST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Mini-quiz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Rispondi senza guardare le risposte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Perché StringBuilder è diverso da String?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Che cosa succede con un override invocato tramite un riferimento padre?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Quando sceglieresti un Set invece di una List?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Perché PreparedStatement è preferibile a Statement?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Qual è la differenza tra throw e throws?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Che ruolo ha finally?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Che cosa fa la Dependency Injection in Spring?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Strategia per l'esame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Come costruire una buona risposta orale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Non limitarti alla definizione: aggiungi un piccolo esempio.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 ogni confronto, indica almeno una differenza concreta e un caso d'uso.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 OOP collega incapsulamento, ereditarietà e polimorfismo.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 le eccezioni distingui dove nasce l'errore, chi lo intercetta e come viene gestito.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 JDBC e Spring collega sempre teoria e flusso pratico.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