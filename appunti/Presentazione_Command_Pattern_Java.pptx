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Command Pattern in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2D2D2D"/>
                </a:solidFill>
                <a:latin typeface="Arial"/>
              </a:defRPr>
            </a:pPr>
            <a:r>
              <a:t>Incapsulare una richiesta come oggetto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Partiamo dall'esempio GUI del progetto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Abbiamo due pulsanti: Save e Print.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Ogni pulsante deve eseguire un'operazione diversa sul Document.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Se Button conoscesse direttamente tutte le operazioni, sarebbe legato al comportamento concreto.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Command introduce un oggetto che rappresenta la richiesta da eseguire.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Prima del 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29768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public class Button {</a:t>
            </a:r>
            <a:br/>
            <a:br/>
            <a:r>
              <a:t>  String text;</a:t>
            </a:r>
            <a:br/>
            <a:br/>
            <a:r>
              <a:t>  public Button(String text) {</a:t>
            </a:r>
            <a:br/>
            <a:r>
              <a:t>    this.text = text;</a:t>
            </a:r>
            <a:br/>
            <a:r>
              <a:t>  }</a:t>
            </a:r>
            <a:br/>
            <a:br/>
            <a:r>
              <a:t>  public void click() {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Nel progetto iniziale click() è vuoto: l'esercizio chiede di collegare il pulsante all'azione corretta.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client iniziale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29768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public static void main(String[] args) {</a:t>
            </a:r>
            <a:br/>
            <a:br/>
            <a:r>
              <a:t>  Button saveButton = new Button("Save");</a:t>
            </a:r>
            <a:br/>
            <a:r>
              <a:t>  Button printButton = new Button("Print");</a:t>
            </a:r>
            <a:br/>
            <a:br/>
            <a:r>
              <a:t>  saveButton.click();</a:t>
            </a:r>
            <a:br/>
            <a:r>
              <a:t>  printButton.click();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Il client esprime solo l'intenzione: cliccare Save oppure 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L'idea del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Un Command incapsula una richiesta in un oggetto.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destinatario dell'azione viene conservato dal Command.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chiamante non deve conoscere i dettagli dell'operazione.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Un'interfaccia comune permette a Button di eseguire comandi diversi tramite execute().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L'interfaccia 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ourier New"/>
              </a:defRPr>
            </a:pPr>
            <a:r>
              <a:t>public interface Command {</a:t>
            </a:r>
            <a:br/>
            <a:br/>
            <a:r>
              <a:t>  void execute();</a:t>
            </a:r>
            <a:br/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È il contratto comune a tutti i comandi.</a:t>
            </a:r>
          </a:p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Nel progetto il metodo è volutamente semplice: execute() senza parametri e senza valore di ritorno.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SaveCommand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57200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public class SaveCommand implements Command {</a:t>
            </a:r>
            <a:br/>
            <a:br/>
            <a:r>
              <a:t>  private Document document;</a:t>
            </a:r>
            <a:br/>
            <a:br/>
            <a:r>
              <a:t>  public SaveCommand(Document document) {</a:t>
            </a:r>
            <a:br/>
            <a:r>
              <a:t>    this.document = document;</a:t>
            </a:r>
            <a:br/>
            <a:r>
              <a:t>  }</a:t>
            </a:r>
            <a:br/>
            <a:br/>
            <a:r>
              <a:t>  public void execute() {</a:t>
            </a:r>
            <a:br/>
            <a:r>
              <a:t>    document.save();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SaveCommand collega la richiesta 'Save' al destinatario Document.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PrintCommand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57200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public class PrintCommand implements Command {</a:t>
            </a:r>
            <a:br/>
            <a:br/>
            <a:r>
              <a:t>  private Document document;</a:t>
            </a:r>
            <a:br/>
            <a:br/>
            <a:r>
              <a:t>  public PrintCommand(Document document) {</a:t>
            </a:r>
            <a:br/>
            <a:r>
              <a:t>    this.document = document;</a:t>
            </a:r>
            <a:br/>
            <a:r>
              <a:t>  }</a:t>
            </a:r>
            <a:br/>
            <a:br/>
            <a:r>
              <a:t>  public void execute() {</a:t>
            </a:r>
            <a:br/>
            <a:r>
              <a:t>    document.print();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PrintCommand fa la stessa cosa per l'operazione print().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Receiver: Document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20624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public class Document {</a:t>
            </a:r>
            <a:br/>
            <a:br/>
            <a:r>
              <a:t>  public void save() {</a:t>
            </a:r>
            <a:br/>
            <a:r>
              <a:t>    System.out.println("Saving document...");</a:t>
            </a:r>
            <a:br/>
            <a:r>
              <a:t>  }</a:t>
            </a:r>
            <a:br/>
            <a:br/>
            <a:r>
              <a:t>  public void print() {</a:t>
            </a:r>
            <a:br/>
            <a:r>
              <a:t>    System.out.println("Printing document...");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Document contiene la logica concreta delle operazioni.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L'Invoker: Button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29768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public class Button {</a:t>
            </a:r>
            <a:br/>
            <a:br/>
            <a:r>
              <a:t>  String text;</a:t>
            </a:r>
            <a:br/>
            <a:br/>
            <a:r>
              <a:t>  public Button(String text) {</a:t>
            </a:r>
            <a:br/>
            <a:r>
              <a:t>    this.text = text;</a:t>
            </a:r>
            <a:br/>
            <a:r>
              <a:t>  }</a:t>
            </a:r>
            <a:br/>
            <a:br/>
            <a:r>
              <a:t>  public void click(Command command) {</a:t>
            </a:r>
            <a:br/>
            <a:r>
              <a:t>    command.execute();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Button è l'Invoker: riceve un Command e chiede di eseguirlo.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Client dopo il 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Document document = new Document();</a:t>
            </a:r>
            <a:br/>
            <a:br/>
            <a:r>
              <a:t>Button saveButton = new Button("Save");</a:t>
            </a:r>
            <a:br/>
            <a:r>
              <a:t>Button printButton = new Button("Print");</a:t>
            </a:r>
            <a:br/>
            <a:br/>
            <a:r>
              <a:t>saveButton.click(new SaveCommand(document));</a:t>
            </a:r>
            <a:br/>
            <a:r>
              <a:t>printButton.click(new PrintCommand(document));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flusso completo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Client</a:t>
            </a:r>
            <a:br/>
            <a:r>
              <a:t>  |</a:t>
            </a:r>
            <a:br/>
            <a:r>
              <a:t>  | crea</a:t>
            </a:r>
            <a:br/>
            <a:r>
              <a:t>  v</a:t>
            </a:r>
            <a:br/>
            <a:r>
              <a:t>SaveCommand / PrintCommand</a:t>
            </a:r>
            <a:br/>
            <a:r>
              <a:t>  |</a:t>
            </a:r>
            <a:br/>
            <a:r>
              <a:t>  | contiene</a:t>
            </a:r>
            <a:br/>
            <a:r>
              <a:t>  v</a:t>
            </a:r>
            <a:br/>
            <a:r>
              <a:t>Document (Receiver)</a:t>
            </a:r>
            <a:br/>
            <a:r>
              <a:t>  ^</a:t>
            </a:r>
            <a:br/>
            <a:r>
              <a:t>  |</a:t>
            </a:r>
            <a:br/>
            <a:r>
              <a:t>Button (Invoker)</a:t>
            </a:r>
            <a:br/>
            <a:r>
              <a:t>  |</a:t>
            </a:r>
            <a:br/>
            <a:r>
              <a:t>  | click(command)</a:t>
            </a:r>
            <a:br/>
            <a:r>
              <a:t>  v</a:t>
            </a:r>
            <a:br/>
            <a:r>
              <a:t>command.execute()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 quattro ruoli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Command → interfaccia Command con execute().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ConcreteCommand → SaveCommand e PrintCommand.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Receiver → Document, che esegue realmente save() e print().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Invoker → Button, che attiva execute().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Client → GUI, che collega Command, Receiver e Invoker.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Perché è utile?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Button non deve conoscere Document e i suoi metodi specifici.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Possiamo aggiungere nuovi comandi senza modificare l'interfaccia Button.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La richiesta diventa un oggetto che può essere passato, memorizzato o combinato.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codice separa chi chiede un'operazione da chi la esegue.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Aggiungere un nuovo comando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public class DeleteCommand implements Command {</a:t>
            </a:r>
            <a:br/>
            <a:br/>
            <a:r>
              <a:t>  private Document document;</a:t>
            </a:r>
            <a:br/>
            <a:br/>
            <a:r>
              <a:t>  public DeleteCommand(Document document) {</a:t>
            </a:r>
            <a:br/>
            <a:r>
              <a:t>    this.document = document;</a:t>
            </a:r>
            <a:br/>
            <a:r>
              <a:t>  }</a:t>
            </a:r>
            <a:br/>
            <a:br/>
            <a:r>
              <a:t>  public void execute() {</a:t>
            </a:r>
            <a:br/>
            <a:r>
              <a:t>    document.delete();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La struttura resta identica: nuovo ConcreteCommand → execute() → operazione del Receiver.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Secondo esempio: ordini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Nel progetto challenge il Receiver è Jacket.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Jacket espone placeOrder() e returnOrder().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PlaceOrderCommand e ReturnOrderCommand trasformano queste operazioni in comandi.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OrderHandler svolge il ruolo di Invoker tramite invoke(Command).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Jacket: il Receiver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Courier New"/>
              </a:defRPr>
            </a:pPr>
            <a:r>
              <a:t>public class Jacket {</a:t>
            </a:r>
            <a:br/>
            <a:br/>
            <a:r>
              <a:t>  public void placeOrder() {</a:t>
            </a:r>
            <a:br/>
            <a:r>
              <a:t>    System.out.println(</a:t>
            </a:r>
            <a:br/>
            <a:r>
              <a:t>      "Jacket order has been placed");</a:t>
            </a:r>
            <a:br/>
            <a:r>
              <a:t>  }</a:t>
            </a:r>
            <a:br/>
            <a:br/>
            <a:r>
              <a:t>  public void returnOrder() {</a:t>
            </a:r>
            <a:br/>
            <a:r>
              <a:t>    System.out.println(</a:t>
            </a:r>
            <a:br/>
            <a:r>
              <a:t>      "Jacket order has been returned");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PlaceOrderCommand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Courier New"/>
              </a:defRPr>
            </a:pPr>
            <a:r>
              <a:t>public class PlaceOrderCommand implements Command {</a:t>
            </a:r>
            <a:br/>
            <a:br/>
            <a:r>
              <a:t>  private Jacket jacket;</a:t>
            </a:r>
            <a:br/>
            <a:br/>
            <a:r>
              <a:t>  public PlaceOrderCommand(Jacket jacket) {</a:t>
            </a:r>
            <a:br/>
            <a:r>
              <a:t>    this.jacket = jacket;</a:t>
            </a:r>
            <a:br/>
            <a:r>
              <a:t>  }</a:t>
            </a:r>
            <a:br/>
            <a:br/>
            <a:r>
              <a:t>  @Override</a:t>
            </a:r>
            <a:br/>
            <a:r>
              <a:t>  public void execute() {</a:t>
            </a:r>
            <a:br/>
            <a:r>
              <a:t>    jacket.placeOrder();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ReturnOrderCommand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Courier New"/>
              </a:defRPr>
            </a:pPr>
            <a:r>
              <a:t>public class ReturnOrderCommand implements Command {</a:t>
            </a:r>
            <a:br/>
            <a:br/>
            <a:r>
              <a:t>  private Jacket jacket;</a:t>
            </a:r>
            <a:br/>
            <a:br/>
            <a:r>
              <a:t>  public ReturnOrderCommand(Jacket jacket) {</a:t>
            </a:r>
            <a:br/>
            <a:r>
              <a:t>    this.jacket = jacket;</a:t>
            </a:r>
            <a:br/>
            <a:r>
              <a:t>  }</a:t>
            </a:r>
            <a:br/>
            <a:br/>
            <a:r>
              <a:t>  @Override</a:t>
            </a:r>
            <a:br/>
            <a:r>
              <a:t>  public void execute() {</a:t>
            </a:r>
            <a:br/>
            <a:r>
              <a:t>    jacket.returnOrder();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OrderHandler: l'Invoker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Courier New"/>
              </a:defRPr>
            </a:pPr>
            <a:r>
              <a:t>public class OrderHandler {</a:t>
            </a:r>
            <a:br/>
            <a:br/>
            <a:r>
              <a:t>  public void invoke(Command command) {</a:t>
            </a:r>
            <a:br/>
            <a:r>
              <a:t>    command.execute();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519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OrderHandler non deve sapere se il comando inserisce o restituisce un ordine.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SalesOrderClient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OrderHandler placeOrderHandler = new OrderHandler();</a:t>
            </a:r>
            <a:br/>
            <a:r>
              <a:t>OrderHandler returnOrderHandler = new OrderHandler();</a:t>
            </a:r>
            <a:br/>
            <a:br/>
            <a:r>
              <a:t>placeOrderHandler.invoke(</a:t>
            </a:r>
            <a:br/>
            <a:r>
              <a:t>    new PlaceOrderCommand(jacket));</a:t>
            </a:r>
            <a:br/>
            <a:br/>
            <a:r>
              <a:t>returnOrderHandler.invoke(</a:t>
            </a:r>
            <a:br/>
            <a:r>
              <a:t>    new ReturnOrderCommand(jacket));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Command e disaccoppiamento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Invoker → conosce solo Command.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ConcreteCommand → conosce il Receiver.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Receiver → conosce solo la propria logica.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Client → costruisce i collegamenti.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Questa separazione riduce la dipendenza diretta tra chi attiva l'azione e chi la realizza.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Command e 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progetto fornito usa execute(), ma non implementa undo.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pattern può essere esteso aggiungendo un metodo undo() al Command.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Ogni ConcreteCommand può conservare le informazioni necessarie per annullare l'operazione.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Questo è uno dei motivi per cui Command è spesso associato a sistemi con cronologia delle operazioni.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Command + Memento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Command rappresenta l'operazione.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Memento conserva uno stato precedente.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Insieme possono supportare scenari di undo/redo più strutturati.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Nel progetto Memento visto in precedenza, lo stato era salvato direttamente dall'Originator; qui il Command rappresenta invece la richiesta.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Quando usare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GUI con molti pulsanti, menu e azioni.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Code di richieste da eseguire successivamente.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Logging o registrazione delle operazioni.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Undo/redo.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Quando vuoi trattare una richiesta come un oggetto e separare Invoker e Receiver.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Esercitazione guidata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Parti dall'esercizio Jacket.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Crea l'interfaccia Command con execute().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Implementa PlaceOrderCommand e ReturnOrderCommand.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Crea OrderHandler con invoke(Command).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Modifica SalesOrderClient per passare i comandi all'Invoker.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Estendi poi il progetto aggiungendo un CancelOrderCommand.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Mappa mentale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66344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000000"/>
                </a:solidFill>
                <a:latin typeface="Courier New"/>
              </a:defRPr>
            </a:pPr>
            <a:r>
              <a:t>             CLIENT</a:t>
            </a:r>
            <a:br/>
            <a:r>
              <a:t>                |</a:t>
            </a:r>
            <a:br/>
            <a:r>
              <a:t>        crea / collega</a:t>
            </a:r>
            <a:br/>
            <a:r>
              <a:t>                |</a:t>
            </a:r>
            <a:br/>
            <a:r>
              <a:t>        CONCRETE COMMAND</a:t>
            </a:r>
            <a:br/>
            <a:r>
              <a:t>          /           \</a:t>
            </a:r>
            <a:br/>
            <a:r>
              <a:t>         v             v</a:t>
            </a:r>
            <a:br/>
            <a:r>
              <a:t>     RECEIVER       INVOKER</a:t>
            </a:r>
            <a:br/>
            <a:r>
              <a:t>         ^             |</a:t>
            </a:r>
            <a:br/>
            <a:r>
              <a:t>         |             |</a:t>
            </a:r>
            <a:br/>
            <a:r>
              <a:t>       execute() &lt;-----+</a:t>
            </a:r>
            <a:br/>
            <a:br/>
            <a:r>
              <a:t>Command = richiesta come oggetto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Command: in sintesi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Command → incapsula una richiesta.</a:t>
            </a:r>
          </a:p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ConcreteCommand → traduce execute() in una specifica operazione.</a:t>
            </a:r>
          </a:p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Receiver → esegue l'operazione concreta.</a:t>
            </a:r>
          </a:p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Invoker → attiva il Command.</a:t>
            </a:r>
          </a:p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Client → costruisce e collega gli oggetti.</a:t>
            </a:r>
          </a:p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Nel progetto → Button/OrderHandler sono Invoker, Document/Jacket sono Receiver.</a:t>
            </a:r>
          </a:p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Vantaggio principale → separare chi attiva un'azione da chi la realizza.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